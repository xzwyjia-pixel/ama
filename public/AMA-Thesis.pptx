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一人公司 × AI Agent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硅谷创业者验证的 AMA 商业论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视频转录分析 · 5,521字符 · 573片段 · DeepSeek蒸馏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 — Agent Management Agent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0F0"/>
                </a:solidFill>
              </a:rPr>
              <a:t>四大核心数据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137160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457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4320" y="228600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一台机器发现的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数量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468880" y="137160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468880" y="228600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一人公司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年营收天花板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137160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10x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663440" y="228600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团队 vs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人工团队效率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0" y="137160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858000" y="228600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 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管理方案数量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90"/>
                </a:solidFill>
              </a:rPr>
              <a:t>来源：硅谷创业者视频转录分析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0F0"/>
                </a:solidFill>
              </a:rPr>
              <a:t>视频核心论点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</a:rPr>
              <a:t>一人公司 ≠ 个体户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1人 + 100 Agent = $1M/年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11887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90"/>
                </a:solidFill>
              </a:rPr>
              <a:t>"不是自己干所有活——是一个人管着几十上百个AI Agent"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</a:rPr>
              <a:t>管理层先被取代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Manager → Agent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224028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90"/>
                </a:solidFill>
              </a:rPr>
              <a:t>"管理的衡量标准从人头数变成Token吞吐量"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</a:rPr>
              <a:t>Token是新KPI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旧:管多少人 · 新:管多少Token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329184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90"/>
                </a:solidFill>
              </a:rPr>
              <a:t>"你的公司有多少Agent在跑？这些问题没人解决"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3434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</a:rPr>
              <a:t>谁在管你的Agent？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457个Agent · 零管理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43434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90"/>
                </a:solidFill>
              </a:rPr>
              <a:t>"API Key散落12个文件，权限到处都是"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0F0"/>
                </a:solidFill>
              </a:rPr>
              <a:t>AMA — 四把手术刀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90"/>
                </a:solidFill>
              </a:rPr>
              <a:t>每个痛点对一把刀 · 从发现到治理的完整闭环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 scan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0" y="1371600"/>
            <a:ext cx="457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6B90"/>
                </a:solidFill>
              </a:rPr>
              <a:t>→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0" y="13716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E0F0"/>
                </a:solidFill>
              </a:rPr>
              <a:t>发现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</a:rPr>
              <a:t>❌ 不知道有多少Agent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 route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0" y="2468880"/>
            <a:ext cx="457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6B90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0" y="24688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E0F0"/>
                </a:solidFill>
              </a:rPr>
              <a:t>调度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4688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</a:rPr>
              <a:t>❌ Agent之间不通信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 spend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43200" y="3566160"/>
            <a:ext cx="457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6B90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00400" y="3566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E0F0"/>
                </a:solidFill>
              </a:rPr>
              <a:t>追踪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3566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</a:rPr>
              <a:t>❌ 不知道花了多少钱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 audit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43200" y="4663440"/>
            <a:ext cx="457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6B90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200400" y="466344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E0F0"/>
                </a:solidFill>
              </a:rPr>
              <a:t>审计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466344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</a:rPr>
              <a:t>❌ API Key满天飞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0F0"/>
                </a:solidFill>
              </a:rPr>
              <a:t>成本对比：传统 vs AI-Native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同样产出，1/10 成本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26080" y="13716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传统公司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852160" y="13716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AI-Native 一人公司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F0"/>
                </a:solidFill>
              </a:rPr>
              <a:t>团队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19659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52160" y="19659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C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人 + 50 Agent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F0"/>
                </a:solidFill>
              </a:rPr>
              <a:t>年薪/API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25603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$2,000,000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52160" y="25603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C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$15,000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15468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F0"/>
                </a:solidFill>
              </a:rPr>
              <a:t>管理/基建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31546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$400,000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52160" y="31546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C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$205,000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74904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F0"/>
                </a:solidFill>
              </a:rPr>
              <a:t>管理损耗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37490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30-40%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37490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C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&lt;5%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3434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0F0"/>
                </a:solidFill>
              </a:rPr>
              <a:t>年度总投入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43434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$2,400,000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52160" y="43434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$220,000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节省 $2,180,000/年 · 90.8% 成本降低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E0F0"/>
                </a:solidFill>
              </a:rPr>
              <a:t>你的机器上有多少 Agent？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90"/>
                </a:solidFill>
              </a:rPr>
              <a:t>开源 · MIT · 5分钟上手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29260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github.com/xzwyjia-pixel/ama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347472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ama-agent-store.vercel.app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90"/>
                </a:solidFill>
              </a:rPr>
              <a:t>AMA — Agent Management Agent · MIT License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一人公司 x AI Agent — AMA 商业论</dc:title>
  <dc:subject>Silicon Valley Entrepreneur Video Analysis</dc:subject>
  <dc:creator>AMA</dc:creator>
  <cp:lastModifiedBy>AMA</cp:lastModifiedBy>
  <cp:revision>1</cp:revision>
  <dcterms:created xsi:type="dcterms:W3CDTF">2026-06-02T17:21:43Z</dcterms:created>
  <dcterms:modified xsi:type="dcterms:W3CDTF">2026-06-02T17:21:43Z</dcterms:modified>
</cp:coreProperties>
</file>